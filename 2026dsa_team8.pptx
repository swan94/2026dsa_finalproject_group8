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 varScale="1">
        <p:scale>
          <a:sx n="105" d="100"/>
          <a:sy n="105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432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86415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8</a:t>
            </a:r>
          </a:p>
          <a:p>
            <a:pPr algn="ctr"/>
            <a:r>
              <a:rPr lang="en-US" sz="3200" dirty="0"/>
              <a:t>Hari </a:t>
            </a:r>
            <a:r>
              <a:rPr lang="en-US" sz="3200" dirty="0" err="1"/>
              <a:t>Marasini</a:t>
            </a:r>
            <a:endParaRPr lang="en-US" sz="3200" dirty="0"/>
          </a:p>
          <a:p>
            <a:pPr algn="ctr"/>
            <a:r>
              <a:rPr lang="en-US" sz="3200" dirty="0"/>
              <a:t>Samantha Jo Wan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908340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1.7881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LightGBM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1.7879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66785"/>
              </p:ext>
            </p:extLst>
          </p:nvPr>
        </p:nvGraphicFramePr>
        <p:xfrm>
          <a:off x="5202291" y="961483"/>
          <a:ext cx="690329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310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330098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24323">
                <a:tc>
                  <a:txBody>
                    <a:bodyPr/>
                    <a:lstStyle/>
                    <a:p>
                      <a:r>
                        <a:rPr lang="en-US" sz="18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Monthly GS weather (Apr–Oct) + parent-only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80/20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yield_mg_ha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567566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Novel levels, lumping, imputation, dummies, NZV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810809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trees, </a:t>
                      </a:r>
                      <a:r>
                        <a:rPr lang="en-US" sz="1800" dirty="0" err="1"/>
                        <a:t>tree_depth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min_n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loss_reduction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sample_size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mtry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learn_rate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519207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Latin hypercube + ANOVA racing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00389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176717">
                <a:tc>
                  <a:txBody>
                    <a:bodyPr/>
                    <a:lstStyle/>
                    <a:p>
                      <a:r>
                        <a:rPr lang="en-US" sz="1800" b="0" i="1" dirty="0"/>
                        <a:t>Type of best (overall, within 1 </a:t>
                      </a:r>
                      <a:r>
                        <a:rPr lang="en-US" sz="1800" b="0" i="1" dirty="0" err="1"/>
                        <a:t>sd</a:t>
                      </a:r>
                      <a:r>
                        <a:rPr lang="en-US" sz="18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413265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141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Samantha Jo Wan</cp:lastModifiedBy>
  <cp:revision>5</cp:revision>
  <dcterms:created xsi:type="dcterms:W3CDTF">2026-03-31T02:58:08Z</dcterms:created>
  <dcterms:modified xsi:type="dcterms:W3CDTF">2026-04-30T02:20:48Z</dcterms:modified>
</cp:coreProperties>
</file>